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 sz="1600">
                <a:solidFill>
                  <a:srgbClr val="0D5050"/>
                </a:solidFill>
              </a:defRPr>
            </a:pPr>
            <a:r>
              <a:t>Problem Statement ID: SIH26094</a:t>
            </a:r>
            <a:endParaRPr lang="en-US" dirty="0"/>
          </a:p>
          <a:p>
            <a:pPr>
              <a:defRPr b="1" sz="1400">
                <a:solidFill>
                  <a:srgbClr val="0F172A"/>
                </a:solidFill>
              </a:defRPr>
            </a:pPr>
            <a:r>
              <a:t>Problem Statement Title: AI-Powered Dynamic Mental Health Monitoring and Distress Prediction System for Victims of Atrocities</a:t>
            </a:r>
          </a:p>
          <a:p>
            <a:pPr>
              <a:defRPr sz="1300"/>
            </a:pPr>
            <a:r>
              <a:t>Theme / Technology Bucket: MedTech / BioTech / HealthTech (Software)</a:t>
            </a:r>
          </a:p>
          <a:p>
            <a:pPr>
              <a:defRPr sz="1300"/>
            </a:pPr>
            <a:r>
              <a:t>PS Category: Software | Organization: Ministry of Social Justice and Empowerment (MoSJE)</a:t>
            </a:r>
          </a:p>
          <a:p>
            <a:pPr>
              <a:defRPr sz="1300"/>
            </a:pPr>
            <a:r>
              <a:t>Team ID: SIH2026-KEFI-094</a:t>
            </a:r>
          </a:p>
          <a:p>
            <a:pPr>
              <a:defRPr b="1" sz="1500">
                <a:solidFill>
                  <a:srgbClr val="3A7070"/>
                </a:solidFill>
              </a:defRPr>
            </a:pPr>
            <a:r>
              <a:t>Team Name: KEFI AI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Project Name &amp; Greek Origin: KEFI (Kinematic Emotion &amp; Forecasting Intervention System) — derived from Kéfi (Κέφι): spirit of joy, emotional vitality, resilience &amp; inner healing after trauma.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Continuous Post-Complaint Monitoring: Proactively monitors crime victims (SC/ST PoA Act 1989 / NHAA 14566) across legal, investigation, court trial, compensation, and rehabilitation phases rather than waiting for crisis requests.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Multichannel Interaction Hub: Periodic check-ins via IVRS 14566 calls, Chatbot, SMS, Mobile App, and Web Portal with digital OTP consent &amp; AES-256 encryption.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Dual-Risk Assessment Engine: 1) Immediate Physical Threat Check: Screens for active intimidation language. 2) Dynamic Distress Score (DDS): Multi-signal mathematical metric (DDS = w1*E + w2*V + w3*B + w4*H + w5*C + w6*T).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3-Tier Risk Bands &amp; Action Matrix: 🟢 Green/Yellow (0–30): Routine wellness check-ins &amp; self-help tools. 🟠 Orange (31–60): Focused check-ins &amp; scheduled tele-counselling. ⭕ Red (61–100): Real-time alert to District Magistrate (DM) / SP dashboard, witness protection &amp; crisis team dispatch.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KEFI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Multimodal Data Analysis Engine: NLP Sentiment &amp; Emotion AI (Transformer BERT for fear valence &amp; threat keywords 'dhamki', 'withdraw', 'court'), Vocal Acoustic Prosody (pitch tremor Hz, jitter %, pause duration), and Behavioral Check-in Gaps.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Mathematical Dynamic Distress Scoring (DDS): DDS = 0.25*E + 0.20*V + 0.15*B + 0.15*H + 0.10*C + 0.15*T (Emotion, Voice Stress, Behavior, Historical Trend, Case Factors, Threat Language).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Longitudinal Trend &amp; 72h Forecasting: Calculates distress velocity (dDDS/dt) over past 7 days to predict psychological crisis 72 hours before escalation occurs.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Explainable AI (SHAP / LIME XAI): Provides exact point attributions (+21 threat, +18 fear, +14 velocity, +12 missed check-ins, +9 voice stress) for transparent, audit-ready officer decisions.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Technology Stack &amp; Architecture: Python FastAPI backend, PyTorch, React + Vite frontend, SQLite/PostgreSQL, Web Speech API, DPDP 2023 Security.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KEFI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Operational Feasibility: Integrates seamlessly with existing MoSJE National Helpline Against Atrocities (NHAA 14566), welfare officers, and police liaisons without overloading staff.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Low-Bandwidth &amp; Offline Adaptability: Low Internet Mode allows offline grounding audio, low-data layout, and basic SMS fallback for remote rural atrocity victims.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1: Alarm Fatigue &amp; False Positives: Mitigation: Dual-layer verification combining AI Distress Score with Field Welfare Officer ground observation notes.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2: Data Privacy &amp; Security Concerns: Mitigation: Fully DPDP Act 2023 compliant with end-to-end AES-256 encryption, victim data consent management, and auto-purge options.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3: Multilingual &amp; Literacy Barriers: Mitigation: Multilingual conversational AI supporting Tanglish, Tamil, Hindi, and English + Silent Mode body language &amp; posture detection.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KEFI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Target Beneficiaries (SC/ST PoA Act 1989): Victims of atrocity (rape/gang rape, grievous hurt, murder, arson), witnesses facing trial intimidation, and affected families under SC/ST (Prevention of Atrocities) Act 1989.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Early Mental Crisis Prevention: Identifies escalating psychological distress before severe trauma, relapse, or self-harm occurs, providing timely crisis tele-counselling.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Victim Empowerment &amp; Self-Help: Provides 5-4-3-2-1 grounding, box breathing, legal rights pamphlets, and transparent feedback loops.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Strengthened Justice System Trust: Proactive state care rebuilds victim confidence, reducing witness retraction and trial dropouts.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Evidence-Based Governance: Real-time district, state, and national MoSJE dashboards for District Magistrates (DM) and Superintendents of Police (SP) to prioritize high-risk cases.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KEFI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Legal &amp; Statutory Frameworks: 1) SC/ST (Prevention of Atrocities) Act, 1989 &amp; Rules 1995 (Victim Relief &amp; Protection). 2) MoSJE National Helpline Against Atrocities (NHAA 14566). 3) Digital Personal Data Protection (DPDP) Act 2023.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Clinical Trauma &amp; Vocal Stress Research: 1) DSM-5 PTSD &amp; Acute Distress Clinical Metrics. 2) Scherer et al. (2013) Acoustic Markers of Speech Under Psychological Stress (Pitch tremor, jitter %, pause duration).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Explainable AI &amp; Time-Series Modeling: 1) Lundberg &amp; Lee (2017) Unified Approach to Interpreting Model Predictions (SHAP). 2) Longitudinal trend velocity (dDDS/dt) forecasting models.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Official Project Repository &amp; Live Prototype: Full working source code, API backend &amp; React frontend available at e:\SIH Keffi platform with clean production build.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KEFI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